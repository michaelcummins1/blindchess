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dd90c3288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dd90c3288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dd90c3288_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dd90c3288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fc8ab60f0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fc8ab60f0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 Did the Logic, I did the UI / Controller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fc1f9c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fc1f9c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fc1f9c3f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fc1f9c3f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fc1f9c3f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fc1f9c3f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fc1f9c3f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fc1f9c3f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Blind Chess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 Cummins and Devin Franchino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474</a:t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3025" y="0"/>
            <a:ext cx="3850975" cy="17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Project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lang="en"/>
              <a:t>llow for the game of chess to played seamlessly with voice commands for people of all visual capabilities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 / feedback through audio and visual channels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have capability to practice blind chess, revealing the board, asking about piece information, and being informed of incorrect moves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250" y="2771175"/>
            <a:ext cx="4217501" cy="237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Design Plan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r>
              <a:rPr lang="en"/>
              <a:t> chess logic would be plugged into a UI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UI has 4 main components: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Screen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Reveal, hide board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Eyeball Graphic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Chess Board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Game map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Updates as the game progresses in backend.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Console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Color Coded Textual feedback for the player.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&gt;,$ characters denote User, PC input.</a:t>
            </a:r>
            <a:endParaRPr/>
          </a:p>
          <a:p>
            <a:pPr indent="-297498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Text would also be narrated audibly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Scrollbar to see game </a:t>
            </a:r>
            <a:r>
              <a:rPr lang="en"/>
              <a:t>history.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Button Panel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Houses PTT Button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Nice Button Graphic</a:t>
            </a:r>
            <a:endParaRPr/>
          </a:p>
        </p:txBody>
      </p:sp>
      <p:pic>
        <p:nvPicPr>
          <p:cNvPr id="74" name="Google Shape;74;p15" title="UI_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125" y="1152475"/>
            <a:ext cx="3206179" cy="3416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(I)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Tools Used:</a:t>
            </a:r>
            <a:endParaRPr sz="20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VSCode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Github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Lucid Chart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Modules Used:</a:t>
            </a:r>
            <a:endParaRPr sz="20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Tkinter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RealtimeSTT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Pyttsx3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Threading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Dataclasses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etc…</a:t>
            </a:r>
            <a:endParaRPr sz="1600"/>
          </a:p>
        </p:txBody>
      </p:sp>
      <p:sp>
        <p:nvSpPr>
          <p:cNvPr id="81" name="Google Shape;81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2001" y="1652025"/>
            <a:ext cx="2206023" cy="24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(II)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5"/>
              <a:t>Model View Controller Approach</a:t>
            </a:r>
            <a:endParaRPr sz="2385"/>
          </a:p>
          <a:p>
            <a:pPr indent="-3203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M: chesslogic.py</a:t>
            </a:r>
            <a:endParaRPr sz="1700"/>
          </a:p>
          <a:p>
            <a:pPr indent="-32035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Describes the Rules of Chess</a:t>
            </a:r>
            <a:endParaRPr sz="1700"/>
          </a:p>
          <a:p>
            <a:pPr indent="-32035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700"/>
              <a:t>Movement</a:t>
            </a:r>
            <a:endParaRPr sz="1700"/>
          </a:p>
          <a:p>
            <a:pPr indent="-32035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700"/>
              <a:t>Win Conditions</a:t>
            </a:r>
            <a:endParaRPr sz="1700"/>
          </a:p>
          <a:p>
            <a:pPr indent="-32035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700"/>
              <a:t>Valid Commands</a:t>
            </a:r>
            <a:endParaRPr sz="1700"/>
          </a:p>
          <a:p>
            <a:pPr indent="-3203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V:chessUI.py</a:t>
            </a:r>
            <a:endParaRPr sz="1700"/>
          </a:p>
          <a:p>
            <a:pPr indent="-32035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Describes structure of the GUI</a:t>
            </a:r>
            <a:endParaRPr sz="1700"/>
          </a:p>
          <a:p>
            <a:pPr indent="-32035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700"/>
              <a:t>Buttons</a:t>
            </a:r>
            <a:endParaRPr sz="1700"/>
          </a:p>
          <a:p>
            <a:pPr indent="-32035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700"/>
              <a:t>Frames</a:t>
            </a:r>
            <a:endParaRPr sz="1700"/>
          </a:p>
          <a:p>
            <a:pPr indent="-3203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C:game.py</a:t>
            </a:r>
            <a:endParaRPr sz="1700"/>
          </a:p>
          <a:p>
            <a:pPr indent="-32035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Initiate logic and ui components</a:t>
            </a:r>
            <a:endParaRPr sz="1700"/>
          </a:p>
          <a:p>
            <a:pPr indent="-32035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700"/>
              <a:t>Bind buttons to </a:t>
            </a:r>
            <a:r>
              <a:rPr lang="en" sz="1700"/>
              <a:t>controller </a:t>
            </a:r>
            <a:r>
              <a:rPr lang="en" sz="1700"/>
              <a:t>functions</a:t>
            </a:r>
            <a:endParaRPr sz="1700"/>
          </a:p>
          <a:p>
            <a:pPr indent="-32035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700"/>
              <a:t>Map chess logic to UI </a:t>
            </a:r>
            <a:r>
              <a:rPr lang="en" sz="1700"/>
              <a:t>counterparts</a:t>
            </a:r>
            <a:endParaRPr sz="1700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600" y="1637263"/>
            <a:ext cx="3957701" cy="244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Struggles/Complications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6500" y="1136400"/>
            <a:ext cx="488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Tkinter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Learning from scratch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Scroll Bar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PUSH TO TALK Button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Text-to-Speech (Lots of accidental Looping)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Chess Logic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Castling</a:t>
            </a:r>
            <a:r>
              <a:rPr lang="en"/>
              <a:t> would delete the bishops/knights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 passant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Outlining all possible ways to textually (verbally) communicate chess moves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450" y="4350"/>
            <a:ext cx="6866926" cy="513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8"/>
          <p:cNvCxnSpPr/>
          <p:nvPr/>
        </p:nvCxnSpPr>
        <p:spPr>
          <a:xfrm flipH="1">
            <a:off x="5017150" y="-60650"/>
            <a:ext cx="6300" cy="5299500"/>
          </a:xfrm>
          <a:prstGeom prst="straightConnector1">
            <a:avLst/>
          </a:prstGeom>
          <a:noFill/>
          <a:ln cap="flat" cmpd="sng" w="152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Product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422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Fully functioning </a:t>
            </a:r>
            <a:r>
              <a:rPr lang="en" sz="2000"/>
              <a:t>blind</a:t>
            </a:r>
            <a:r>
              <a:rPr lang="en" sz="2000"/>
              <a:t> chess game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All logic </a:t>
            </a:r>
            <a:r>
              <a:rPr lang="en" sz="2000"/>
              <a:t>and</a:t>
            </a:r>
            <a:r>
              <a:rPr lang="en" sz="2000"/>
              <a:t> interaction cases covered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Unimplemented Features:</a:t>
            </a:r>
            <a:endParaRPr sz="20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UI Graphics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Eyeball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Button Sprites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Piece Sprites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 UI Scaling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Color-Coded Messages</a:t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4572000" y="1068425"/>
            <a:ext cx="3095700" cy="206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988" y="1540896"/>
            <a:ext cx="3095625" cy="20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